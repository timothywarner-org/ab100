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50050" y="0"/>
            <a:ext cx="2793950" cy="5143500"/>
          </a:xfrm>
          <a:prstGeom prst="rect">
            <a:avLst/>
          </a:prstGeom>
          <a:solidFill>
            <a:srgbClr val="2A3A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149" y="3810000"/>
            <a:ext cx="1015901" cy="101501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68301" y="762000"/>
            <a:ext cx="735797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14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AB-100 EXAM PREP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68301" y="1362075"/>
            <a:ext cx="7357973" cy="1117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spcAft>
                <a:spcPts val="18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Agentic AI Business Solutions Architect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168301" y="2708077"/>
            <a:ext cx="7357973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0"/>
              </a:spcAft>
              <a:buNone/>
            </a:pPr>
            <a:r>
              <a:rPr lang="en-US" sz="20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Plan, design, and deploy AI-powered business solutions in 4 hours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68301" y="3844677"/>
            <a:ext cx="73579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 Warner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68301" y="4133552"/>
            <a:ext cx="7357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A8B5D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O'Reilly Live Learning -- 4 hours, four 50-minute segments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61876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 WILL LEARN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25351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Course agenda -- four 50-minute segments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5550" y="1190476"/>
            <a:ext cx="1993850" cy="340384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93650" y="1190476"/>
            <a:ext cx="0" cy="3403848"/>
          </a:xfrm>
          <a:prstGeom prst="line">
            <a:avLst/>
          </a:prstGeom>
          <a:noFill/>
          <a:ln w="762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4150" y="1368177"/>
            <a:ext cx="164510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4150" y="1793528"/>
            <a:ext cx="164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-- 25-30%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4150" y="2012603"/>
            <a:ext cx="16451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AI Solutions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4150" y="2269778"/>
            <a:ext cx="1645107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Requirements, grounding data, CAF AI adoption, platform choice, ROI and TCO, build vs buy vs extend.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01801" y="1190476"/>
            <a:ext cx="1993999" cy="340384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2539901" y="1190476"/>
            <a:ext cx="0" cy="3403848"/>
          </a:xfrm>
          <a:prstGeom prst="line">
            <a:avLst/>
          </a:prstGeom>
          <a:noFill/>
          <a:ln w="762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30401" y="1368177"/>
            <a:ext cx="164525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730401" y="1793528"/>
            <a:ext cx="1645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-- 25-30%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30401" y="2012603"/>
            <a:ext cx="164525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AI Solutions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30401" y="2450753"/>
            <a:ext cx="1645259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typology, Copilot Studio topics and flows, Foundry Tools, MCP and A2A, prebuilt orchestration.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48200" y="1190476"/>
            <a:ext cx="1993850" cy="340384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86300" y="1190476"/>
            <a:ext cx="0" cy="3403848"/>
          </a:xfrm>
          <a:prstGeom prst="line">
            <a:avLst/>
          </a:prstGeom>
          <a:noFill/>
          <a:ln w="76200">
            <a:solidFill>
              <a:srgbClr val="F484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6800" y="1368177"/>
            <a:ext cx="164510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876800" y="1793528"/>
            <a:ext cx="16451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OPS -- ~20-25%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76800" y="2155478"/>
            <a:ext cx="164510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Deploy: Ops, Test, ALM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76800" y="2593628"/>
            <a:ext cx="1645107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Monitoring and telemetry, agent testing, ALM across data, agents, custom models, and Dynamics 365.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94450" y="1190476"/>
            <a:ext cx="1993999" cy="340384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832550" y="1190476"/>
            <a:ext cx="0" cy="3403848"/>
          </a:xfrm>
          <a:prstGeom prst="line">
            <a:avLst/>
          </a:prstGeom>
          <a:noFill/>
          <a:ln w="76200">
            <a:solidFill>
              <a:srgbClr val="F484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23050" y="1368177"/>
            <a:ext cx="164525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023050" y="1793528"/>
            <a:ext cx="16452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SEC -- ~20-25%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23050" y="2155478"/>
            <a:ext cx="164525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 and Exam Mastery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23050" y="2593628"/>
            <a:ext cx="1645259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and model security, governance, prompt manipulation, residency, audit, exam-day plan.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7950" y="4822924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Exam AB-100 study guide (synced 2026-04-21).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0:00 -- 0:50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634901"/>
            <a:ext cx="336839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14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DOMAIN WEIGHT 25-30%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06752" y="1158776"/>
            <a:ext cx="3368394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AI-powered business solutions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206752" y="2587526"/>
            <a:ext cx="1015901" cy="5075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2841427"/>
            <a:ext cx="3302347" cy="168652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015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 requirements and grounding data</a:t>
            </a:r>
            <a:endParaRPr lang="en-US" sz="1300" dirty="0"/>
          </a:p>
          <a:p>
            <a:pPr algn="l" marL="114300" indent="-114300">
              <a:lnSpc>
                <a:spcPts val="2015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overall AI strategy on the Cloud Adoption Framework</a:t>
            </a:r>
            <a:endParaRPr lang="en-US" sz="1300" dirty="0"/>
          </a:p>
          <a:p>
            <a:pPr algn="l" marL="114300" indent="-114300">
              <a:lnSpc>
                <a:spcPts val="2015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Evaluate cost, ROI, build vs buy vs extend, and model router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6202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6744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00050"/>
            <a:ext cx="674407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 requirements and grounding data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66825"/>
            <a:ext cx="4002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Where do agents fit?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12850"/>
            <a:ext cx="3924300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Task automation -- bounded, repeatable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Data analytics -- summarize and surface insight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Decision-making -- recommend, route, escalate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2603153"/>
            <a:ext cx="4002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grounding data tests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949178"/>
            <a:ext cx="3924300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Accuracy and relevance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Timeliness and cleanliness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Availability for downstream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11601" y="1266825"/>
            <a:ext cx="400293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Architect lens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11601" y="1612850"/>
            <a:ext cx="3924449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data before you score the model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sources to channels and identities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organization-wide data architecture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1601" y="2603153"/>
            <a:ext cx="3924449" cy="840581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40176" y="2603153"/>
            <a:ext cx="0" cy="840581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1151" y="2730103"/>
            <a:ext cx="3633749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 tip.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Bad grounding data is the most common reason an agent fails review. Always evaluate the source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study guide; Cloud Adoption Framework AI agent adoption.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overall AI strategy on CAF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87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87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Strategy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795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8795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703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703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Plan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511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511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19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419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Ready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227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227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35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135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Govern AI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943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9943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51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51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Manage AI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659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73659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67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567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Secure AI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950" y="2184202"/>
            <a:ext cx="40158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Platform decision tree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7950" y="2485727"/>
            <a:ext cx="3937099" cy="99045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 Microsoft 365 Copilot for in-flow productivity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Copilot Studio agent for business workflow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in Microsoft Foundry for custom models or A2A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prebuilt agents in Dynamics 365 when possible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98950" y="2184202"/>
            <a:ext cx="3937099" cy="139065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51350" y="2336602"/>
            <a:ext cx="37049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CENTER OF EXCELLENCE INPUTS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1350" y="2584252"/>
            <a:ext cx="3632299" cy="8382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library and engineering guidelines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Rules and constraints for Foundry Tools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Multi-agent solution patterns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Small language model use cases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Cloud Adoption Framework AI adoption; AB-100 Subdomain 1.2.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Cost, benefit, and the model router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317575"/>
            <a:ext cx="40287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ROI and total cost of ownership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63601"/>
            <a:ext cx="3949750" cy="109701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Capacity, licensing, and Copilot Credits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Build, run, and improve costs over 12 months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 saved, deflection rate, conversion lift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Risk and compliance reduction value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2913013"/>
            <a:ext cx="3949750" cy="89148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6525" y="2913013"/>
            <a:ext cx="0" cy="891480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2801" y="3065413"/>
            <a:ext cx="3607942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Model router pattern.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Send each request to the most suitable model -- balance latency, cost, and quality.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86300" y="1317575"/>
            <a:ext cx="40287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vs buy vs extend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6300" y="1663601"/>
            <a:ext cx="1248817" cy="119285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86300" y="2832646"/>
            <a:ext cx="1248817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7343" y="1790551"/>
            <a:ext cx="10667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77343" y="2022277"/>
            <a:ext cx="1066732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 Foundry agent or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6618" y="1663601"/>
            <a:ext cx="1248966" cy="119285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36618" y="2832646"/>
            <a:ext cx="1248966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7659" y="1790551"/>
            <a:ext cx="10668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7659" y="2022277"/>
            <a:ext cx="1066883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Prebuilt Dynamics 365 or M365 agent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87084" y="1663601"/>
            <a:ext cx="1248966" cy="119285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387084" y="2832646"/>
            <a:ext cx="1248966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8125" y="1790551"/>
            <a:ext cx="10668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78125" y="2022277"/>
            <a:ext cx="1066883" cy="659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Copilot Studio agent atop Microsoft 365 Copilot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86300" y="3034159"/>
            <a:ext cx="402874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Choose the cheapest path that meets the requirement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86300" y="3599259"/>
            <a:ext cx="3949750" cy="52313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Default to extend, then buy, then build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Reserve build for differentiated capability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Subdomain 1.3; Foundry model router guidance.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1:00 -- 1:50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634901"/>
            <a:ext cx="336839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DOMAIN WEIGHT 25-30%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06752" y="1031677"/>
            <a:ext cx="336839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AI-powered business solutions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206752" y="2809577"/>
            <a:ext cx="1015901" cy="5075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3063478"/>
            <a:ext cx="3302347" cy="142666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AI and agents -- topics, flows, agent types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extensibility with custom models, MCP, and Computer Use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Orchestrate prebuilt AI features across Dynamics 365 and M365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agent types in Copilot Studio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2607766" cy="183594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320701"/>
            <a:ext cx="2607766" cy="0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651" y="1526977"/>
            <a:ext cx="2297412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AND RESPONSE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651" y="1794123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651" y="2063948"/>
            <a:ext cx="2297412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Topic-driven dialog with NLU, fallback, and generative orchestration. Best for FAQ, lookup, and guided flows.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68117" y="1292126"/>
            <a:ext cx="2607766" cy="183594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68117" y="1320701"/>
            <a:ext cx="2607766" cy="0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5818" y="1526977"/>
            <a:ext cx="2297412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TASK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45818" y="1794123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runner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5818" y="2063948"/>
            <a:ext cx="2297412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Calls tools and connectors to complete a defined task -- create a record, send a message, kick off a flow.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28283" y="1292126"/>
            <a:ext cx="2607766" cy="183594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28283" y="1320701"/>
            <a:ext cx="2607766" cy="0"/>
          </a:xfrm>
          <a:prstGeom prst="line">
            <a:avLst/>
          </a:prstGeom>
          <a:noFill/>
          <a:ln w="57150">
            <a:solidFill>
              <a:srgbClr val="1F2A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05984" y="1526977"/>
            <a:ext cx="2297412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AUTONOMOUS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05984" y="1794123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Event-driven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05984" y="2063948"/>
            <a:ext cx="2297412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Triggers on events such as new email or record change. Runs in the background within scoped permissions.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950" y="3305770"/>
            <a:ext cx="3987850" cy="645021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85651" y="3432721"/>
            <a:ext cx="370509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Topics: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classic, generative answers, fallback. Choose NLP, CLU, or generative orchestration.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48200" y="3305770"/>
            <a:ext cx="3987850" cy="645021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25901" y="3432721"/>
            <a:ext cx="370509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flows: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orchestrate multi-step actions.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actions: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structured AI calls.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Copilot Studio agent types, autonomous agents, generative orchestration.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Extensibility -- MCP, A2A, custom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4002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 protocols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63601"/>
            <a:ext cx="1911400" cy="76795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31763" y="1663601"/>
            <a:ext cx="0" cy="76795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526" y="1765102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MCP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2526" y="1974652"/>
            <a:ext cx="164207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Model Context Protocol -- tools and resources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20851" y="1663601"/>
            <a:ext cx="1911400" cy="76795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544663" y="1663601"/>
            <a:ext cx="0" cy="767953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5426" y="1765102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A2A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5426" y="1974652"/>
            <a:ext cx="164207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Agent2Agent -- cross-agent calls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7950" y="2533055"/>
            <a:ext cx="191140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1763" y="2533055"/>
            <a:ext cx="0" cy="590252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526" y="2634555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2526" y="2844105"/>
            <a:ext cx="164207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HTTP API tools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20851" y="2533055"/>
            <a:ext cx="191140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44663" y="2533055"/>
            <a:ext cx="0" cy="590252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95426" y="2634555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Toolbox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95426" y="2844105"/>
            <a:ext cx="164207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Bundled MCP endpoint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950" y="3250257"/>
            <a:ext cx="3924300" cy="89148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85651" y="3402657"/>
            <a:ext cx="3640276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MCP requires generative orchestration.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Connect once on the server, reuse across agents and runtimes.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1601" y="1292126"/>
            <a:ext cx="400293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Behavior and reach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11601" y="1663601"/>
            <a:ext cx="3924449" cy="1832818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 models in Microsoft Foundry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Agents in Microsoft 365 Copilot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Computer Use -- automate apps and websites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Reasoning and voice mode behaviors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Optimize across Teams and SharePoint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Foundry Tools: Web search, Code Interpreter, File Search, AI Search, Functions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Foundry Agent Service tool catalog; Copilot Studio MCP extensibility.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Orchestrate prebuilt agents and apps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3949750" cy="123676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6525" y="1292126"/>
            <a:ext cx="0" cy="1236762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2801" y="1469827"/>
            <a:ext cx="36079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Dynamics 365 customer experience and service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2801" y="1946077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Copilot for Sales and Service, business terms, connectors, Contact Center channel agents.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950" y="2655838"/>
            <a:ext cx="3949750" cy="123676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6525" y="2655838"/>
            <a:ext cx="0" cy="1236762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801" y="2833539"/>
            <a:ext cx="36079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Dynamics 365 finance and supply chain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2801" y="3309789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 and O agent chats with extra knowledge sources, in-app help and guidance, AI features.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86300" y="1292126"/>
            <a:ext cx="3949750" cy="123676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714875" y="1292126"/>
            <a:ext cx="0" cy="1236762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1151" y="1469827"/>
            <a:ext cx="36079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365 Copilot for Sales and Service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21151" y="1946077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Configure CRM grounding, agent surfaces, and Sales-specific actions across email and Teams.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86300" y="2655838"/>
            <a:ext cx="3949750" cy="179233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714875" y="2655838"/>
            <a:ext cx="0" cy="1792337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21151" y="2833539"/>
            <a:ext cx="36079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Power Platform AI hub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21151" y="3109764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Catalog of AI prompts, models, and AI Builder features that intelligent canvas apps can 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21151" y="3565624"/>
            <a:ext cx="3537198" cy="6667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Propose M365 agents for business scenarios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Apply Power Platform Well-Architected to intelligent workloads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Subdomain 2.3; Microsoft 365 agents deployment checklist.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2:00 -- 2:50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634901"/>
            <a:ext cx="33683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DOMAIN -- OPS, TEST, ALM (~20-25%)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06752" y="1250752"/>
            <a:ext cx="336839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Deploy: monitor, test, and ALM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206752" y="2228552"/>
            <a:ext cx="1015901" cy="5075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2482453"/>
            <a:ext cx="3302347" cy="142666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Analyze, monitor, and tune AI-powered solutions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Manage testing of agents and custom AI models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ALM across data, agents, and Dynamics 365 AI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06752" y="4112270"/>
            <a:ext cx="336839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100" i="1" dirty="0">
                <a:solidFill>
                  <a:srgbClr val="A8B5D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Note: Microsoft groups Deploy as one 40-45 percent domain. Tim splits it across segments 3 and 4 for pacing.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Monitor agents and tune from telemetry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40287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Process and tools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38151"/>
            <a:ext cx="3949750" cy="106665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Analytics in Copilot Studio and Foundry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Application Insights for trace-level data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User feedback loop and agent backlog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AI-based tools to identify drift and tune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2857202"/>
            <a:ext cx="3949750" cy="89148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6525" y="2857202"/>
            <a:ext cx="0" cy="891480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2801" y="3009602"/>
            <a:ext cx="3607942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Tune from signal, not opinion.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telemetry plus user feedback to drive prompt and grounding improvements.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86300" y="1292126"/>
            <a:ext cx="40287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KPIs to interpret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6300" y="1638151"/>
            <a:ext cx="192405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86300" y="2209354"/>
            <a:ext cx="1924050" cy="0"/>
          </a:xfrm>
          <a:prstGeom prst="line">
            <a:avLst/>
          </a:prstGeom>
          <a:noFill/>
          <a:ln w="38100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3250" y="1739652"/>
            <a:ext cx="17035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CONTAINMENT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13250" y="1907828"/>
            <a:ext cx="1703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Deflection 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11851" y="1638151"/>
            <a:ext cx="1924199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711851" y="2209354"/>
            <a:ext cx="1924199" cy="0"/>
          </a:xfrm>
          <a:prstGeom prst="line">
            <a:avLst/>
          </a:prstGeom>
          <a:noFill/>
          <a:ln w="38100">
            <a:solidFill>
              <a:srgbClr val="F484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8801" y="1739652"/>
            <a:ext cx="17037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QUALITY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38801" y="1907828"/>
            <a:ext cx="17037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CSAT and thumbs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86300" y="2329904"/>
            <a:ext cx="192405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86300" y="2901107"/>
            <a:ext cx="1924050" cy="0"/>
          </a:xfrm>
          <a:prstGeom prst="line">
            <a:avLst/>
          </a:prstGeom>
          <a:noFill/>
          <a:ln w="38100">
            <a:solidFill>
              <a:srgbClr val="F484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13250" y="2431405"/>
            <a:ext cx="17035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LATENCY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13250" y="2599581"/>
            <a:ext cx="1703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Response time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11851" y="2329904"/>
            <a:ext cx="1924199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711851" y="2901107"/>
            <a:ext cx="1924199" cy="0"/>
          </a:xfrm>
          <a:prstGeom prst="line">
            <a:avLst/>
          </a:prstGeom>
          <a:noFill/>
          <a:ln w="38100">
            <a:solidFill>
              <a:srgbClr val="F484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38801" y="2431405"/>
            <a:ext cx="17037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38801" y="2599581"/>
            <a:ext cx="17037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 success rate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86300" y="3021657"/>
            <a:ext cx="192405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686300" y="3592860"/>
            <a:ext cx="1924050" cy="0"/>
          </a:xfrm>
          <a:prstGeom prst="line">
            <a:avLst/>
          </a:prstGeom>
          <a:noFill/>
          <a:ln w="38100">
            <a:solidFill>
              <a:srgbClr val="F484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13250" y="3123158"/>
            <a:ext cx="17035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13250" y="3291334"/>
            <a:ext cx="17035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Tokens and credits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11851" y="3021657"/>
            <a:ext cx="1924199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6711851" y="3592860"/>
            <a:ext cx="1924199" cy="0"/>
          </a:xfrm>
          <a:prstGeom prst="line">
            <a:avLst/>
          </a:prstGeom>
          <a:noFill/>
          <a:ln w="38100">
            <a:solidFill>
              <a:srgbClr val="F484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38801" y="3123158"/>
            <a:ext cx="17037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SAFETY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38801" y="3291334"/>
            <a:ext cx="17037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RAI block rate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Subdomain 3.1; Copilot Studio analytics and Application Insights.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SUBDOMAINS 3.2 AND 3.3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 strategy and ALM golden rules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 strategy (3.2)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593652"/>
            <a:ext cx="3949750" cy="12001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Process and metrics to test agents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Validation criteria for custom AI models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 Copilot prompt best practices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End-to-end tests across multiple Dynamics 365 apps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 test cases by using Copilot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7950" y="2920752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ALM covers (3.3)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3222278"/>
            <a:ext cx="3949750" cy="9525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Data used in AI models and agents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Copilot Studio agents, connectors, actions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Foundry agents and custom models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in Dynamics 365 finance, supply chain, and 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86300" y="129212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Three-environment pipeline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86300" y="1593652"/>
            <a:ext cx="1096417" cy="3554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53060" y="1695152"/>
            <a:ext cx="9628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58917" y="1661815"/>
            <a:ext cx="18125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12818" y="1593652"/>
            <a:ext cx="1096566" cy="3554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79576" y="1695152"/>
            <a:ext cx="96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285583" y="1661815"/>
            <a:ext cx="18125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539484" y="1593652"/>
            <a:ext cx="1096566" cy="3554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606242" y="1695152"/>
            <a:ext cx="96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86300" y="2126754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ALM golden rules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6300" y="2428280"/>
            <a:ext cx="3949750" cy="12001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customize outside dev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Always work in solutions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environment variables for settings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managed solutions to test and prod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Automate with Power Platform pipelines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86300" y="3755380"/>
            <a:ext cx="3949750" cy="645021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14875" y="3755380"/>
            <a:ext cx="0" cy="645021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5850" y="3882330"/>
            <a:ext cx="365955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out: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some Copilot Studio settings are not solution-aware -- App Insights, channels, sharing.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ALM strategy for Copilot Studio; Power Platform pipelines for agents.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3:00 -- 3:50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634901"/>
            <a:ext cx="33683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DOMAIN -- SEC AND GOV (~20-25%)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06752" y="1250752"/>
            <a:ext cx="3368394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Security, governance, and exam mastery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06752" y="2542877"/>
            <a:ext cx="1015901" cy="5075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2796778"/>
            <a:ext cx="3302347" cy="1919139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security and governance for agents and models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Defend against prompt manipulation and indirect injection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 residency, access controls, and audit trails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in confident -- AB-100 exam-day plan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61876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25351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Security, governance, and responsible AI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19047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Defense in depth for agents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492002"/>
            <a:ext cx="1936700" cy="6384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31763" y="1492002"/>
            <a:ext cx="0" cy="63847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076" y="1568202"/>
            <a:ext cx="17197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7076" y="1745903"/>
            <a:ext cx="171979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 ID, RBAC, least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20851" y="1492002"/>
            <a:ext cx="1936849" cy="6384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544663" y="1492002"/>
            <a:ext cx="0" cy="63847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9977" y="1568202"/>
            <a:ext cx="1719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69977" y="1745903"/>
            <a:ext cx="1719947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Knowledge ACLs, DLP, residency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206675"/>
            <a:ext cx="1936700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1763" y="2206675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076" y="2282875"/>
            <a:ext cx="17197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shields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7076" y="2460575"/>
            <a:ext cx="171979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Direct and indirect injection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520851" y="2206675"/>
            <a:ext cx="1936849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44663" y="2206675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69977" y="2282875"/>
            <a:ext cx="1719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Spotlighting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69977" y="2460575"/>
            <a:ext cx="1719947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 untrusted content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2767161"/>
            <a:ext cx="1936700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31763" y="2767161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7076" y="2843361"/>
            <a:ext cx="17197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Critic agents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7076" y="3021062"/>
            <a:ext cx="171979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Audit inputs and outputs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20851" y="2767161"/>
            <a:ext cx="1936849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2544663" y="2767161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9977" y="2843361"/>
            <a:ext cx="1719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Human in loop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69977" y="3021062"/>
            <a:ext cx="1719947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risky actions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7950" y="3327648"/>
            <a:ext cx="3949750" cy="71690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36525" y="3327648"/>
            <a:ext cx="0" cy="716905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500" y="3429149"/>
            <a:ext cx="3659556" cy="51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Indirect prompt injection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hides instructions in documents the agent reads. Layer probabilistic and deterministic mitigations.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6300" y="119047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Governance and compliance checklist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86300" y="1492002"/>
            <a:ext cx="3949750" cy="188714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security and governance for agents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model security and tuning controls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 AI vulnerabilities and mitigations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 against responsible AI principles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 data residency and movement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Access controls on grounding and tuning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Audit trails for model and data changes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Purview and Sentinel for end-user activity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950" y="487367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Defend against indirect prompt injection (Zero Trust SFI); Copilot Studio responsible AI.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279350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 MASTERY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34901" y="511076"/>
            <a:ext cx="803168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in confident on exam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34901" y="1085701"/>
            <a:ext cx="3899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AB-100 AT A GLANCE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42876"/>
            <a:ext cx="3822799" cy="2514005"/>
          </a:xfrm>
          <a:prstGeom prst="rect">
            <a:avLst/>
          </a:prstGeom>
          <a:solidFill>
            <a:srgbClr val="2A3A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2602" y="1469827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AB-100 -- Agentic AI Business Solutions Architect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2602" y="1911697"/>
            <a:ext cx="35367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Level: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Advanced (Expert) -- Solution Architect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12602" y="2158008"/>
            <a:ext cx="35367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Passing score: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700 / 1000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2602" y="2404318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Renewal: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12 months -- free Microsoft Learn assessment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2602" y="2846189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Prerequisite: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one qualifying associate certification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12602" y="3288060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Domains: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Plan 25-30, Design 25-30, Deploy 40-45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86300" y="1085701"/>
            <a:ext cx="3899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FINAL-WEEK PLAN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86300" y="1342876"/>
            <a:ext cx="3822799" cy="2059632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64001" y="1469827"/>
            <a:ext cx="35367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5-step closer: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64001" y="1716137"/>
            <a:ext cx="3467398" cy="152132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Re-read docs/ab100-exam-objectives.md word for word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Run the AB-100 Cert Buddy: questions and labs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Drill Subdomain 3.4 -- highest-yield section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Exam Readiness Zone for AB-100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Sleep, hydrate, register early at Pearson VUE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0" y="4708624"/>
            <a:ext cx="9144000" cy="434876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4835575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Next steps: /ab100-practice-question :: /ab100-practice-lab :: /ab100-study-planner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Tim Warner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AB-100 Agentic AI Business Solutions Architect</dc:title>
  <dc:subject>O'Reilly Live Learning -- 4 hours</dc:subject>
  <dc:creator>Tim Warner</dc:creator>
  <cp:lastModifiedBy>Tim Warner</cp:lastModifiedBy>
  <cp:revision>1</cp:revision>
  <dcterms:created xsi:type="dcterms:W3CDTF">2026-04-26T15:14:02Z</dcterms:created>
  <dcterms:modified xsi:type="dcterms:W3CDTF">2026-04-26T15:14:02Z</dcterms:modified>
</cp:coreProperties>
</file>